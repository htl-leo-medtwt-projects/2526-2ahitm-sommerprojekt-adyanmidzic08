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Luckiest Guy" charset="1" panose="0200050600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77580" y="2215022"/>
            <a:ext cx="2708934" cy="2708934"/>
          </a:xfrm>
          <a:custGeom>
            <a:avLst/>
            <a:gdLst/>
            <a:ahLst/>
            <a:cxnLst/>
            <a:rect r="r" b="b" t="t" l="l"/>
            <a:pathLst>
              <a:path h="2708934" w="2708934">
                <a:moveTo>
                  <a:pt x="0" y="0"/>
                </a:moveTo>
                <a:lnTo>
                  <a:pt x="2708934" y="0"/>
                </a:lnTo>
                <a:lnTo>
                  <a:pt x="2708934" y="2708934"/>
                </a:lnTo>
                <a:lnTo>
                  <a:pt x="0" y="27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2768014" y="2312854"/>
            <a:ext cx="2229352" cy="2229352"/>
          </a:xfrm>
          <a:custGeom>
            <a:avLst/>
            <a:gdLst/>
            <a:ahLst/>
            <a:cxnLst/>
            <a:rect r="r" b="b" t="t" l="l"/>
            <a:pathLst>
              <a:path h="2229352" w="2229352">
                <a:moveTo>
                  <a:pt x="0" y="0"/>
                </a:moveTo>
                <a:lnTo>
                  <a:pt x="2229352" y="0"/>
                </a:lnTo>
                <a:lnTo>
                  <a:pt x="2229352" y="2229352"/>
                </a:lnTo>
                <a:lnTo>
                  <a:pt x="0" y="2229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69229" y="6587737"/>
            <a:ext cx="2147914" cy="2220724"/>
          </a:xfrm>
          <a:custGeom>
            <a:avLst/>
            <a:gdLst/>
            <a:ahLst/>
            <a:cxnLst/>
            <a:rect r="r" b="b" t="t" l="l"/>
            <a:pathLst>
              <a:path h="2220724" w="2147914">
                <a:moveTo>
                  <a:pt x="0" y="0"/>
                </a:moveTo>
                <a:lnTo>
                  <a:pt x="2147914" y="0"/>
                </a:lnTo>
                <a:lnTo>
                  <a:pt x="2147914" y="2220724"/>
                </a:lnTo>
                <a:lnTo>
                  <a:pt x="0" y="22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32047" y="295778"/>
            <a:ext cx="9350643" cy="512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4"/>
              </a:lnSpc>
            </a:pPr>
          </a:p>
          <a:p>
            <a:pPr algn="ctr">
              <a:lnSpc>
                <a:spcPts val="20534"/>
              </a:lnSpc>
              <a:spcBef>
                <a:spcPct val="0"/>
              </a:spcBef>
            </a:pPr>
            <a:r>
              <a:rPr lang="en-US" sz="14667">
                <a:solidFill>
                  <a:srgbClr val="D373C5"/>
                </a:solidFill>
                <a:latin typeface="Luckiest Guy"/>
                <a:ea typeface="Luckiest Guy"/>
                <a:cs typeface="Luckiest Guy"/>
                <a:sym typeface="Luckiest Guy"/>
              </a:rPr>
              <a:t>FactForge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66481" y="4828706"/>
            <a:ext cx="8155037" cy="150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7"/>
              </a:lnSpc>
              <a:spcBef>
                <a:spcPct val="0"/>
              </a:spcBef>
            </a:pPr>
            <a:r>
              <a:rPr lang="en-US" sz="4334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“Chall</a:t>
            </a:r>
            <a:r>
              <a:rPr lang="en-US" sz="4334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enge your knowledge.”</a:t>
            </a:r>
          </a:p>
          <a:p>
            <a:pPr algn="ctr">
              <a:lnSpc>
                <a:spcPts val="6067"/>
              </a:lnSpc>
              <a:spcBef>
                <a:spcPct val="0"/>
              </a:spcBef>
            </a:pPr>
            <a:r>
              <a:rPr lang="en-US" sz="4334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ADyan Midzic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520940" y="7511405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520940" y="2775595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68957" y="3912849"/>
            <a:ext cx="17350085" cy="251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4"/>
              </a:lnSpc>
              <a:spcBef>
                <a:spcPct val="0"/>
              </a:spcBef>
            </a:pPr>
            <a:r>
              <a:rPr lang="en-US" sz="14667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Der Elevator Pitch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51520" y="4139998"/>
            <a:ext cx="8984961" cy="202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03"/>
              </a:lnSpc>
            </a:pPr>
            <a:r>
              <a:rPr lang="en-US" sz="11716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UI/UX Design</a:t>
            </a:r>
          </a:p>
        </p:txBody>
      </p:sp>
      <p:sp>
        <p:nvSpPr>
          <p:cNvPr name="AutoShape 4" id="4"/>
          <p:cNvSpPr/>
          <p:nvPr/>
        </p:nvSpPr>
        <p:spPr>
          <a:xfrm>
            <a:off x="7520940" y="7511405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520940" y="2775012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6608136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76400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125322" y="1134180"/>
            <a:ext cx="14037357" cy="8124120"/>
          </a:xfrm>
          <a:custGeom>
            <a:avLst/>
            <a:gdLst/>
            <a:ahLst/>
            <a:cxnLst/>
            <a:rect r="r" b="b" t="t" l="l"/>
            <a:pathLst>
              <a:path h="8124120" w="14037357">
                <a:moveTo>
                  <a:pt x="0" y="0"/>
                </a:moveTo>
                <a:lnTo>
                  <a:pt x="14037356" y="0"/>
                </a:lnTo>
                <a:lnTo>
                  <a:pt x="14037356" y="8124120"/>
                </a:lnTo>
                <a:lnTo>
                  <a:pt x="0" y="8124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6608136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76400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504590" y="1309241"/>
            <a:ext cx="13278821" cy="7668519"/>
          </a:xfrm>
          <a:custGeom>
            <a:avLst/>
            <a:gdLst/>
            <a:ahLst/>
            <a:cxnLst/>
            <a:rect r="r" b="b" t="t" l="l"/>
            <a:pathLst>
              <a:path h="7668519" w="13278821">
                <a:moveTo>
                  <a:pt x="0" y="0"/>
                </a:moveTo>
                <a:lnTo>
                  <a:pt x="13278820" y="0"/>
                </a:lnTo>
                <a:lnTo>
                  <a:pt x="13278820" y="7668518"/>
                </a:lnTo>
                <a:lnTo>
                  <a:pt x="0" y="766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6608136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76400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371096" y="1520257"/>
            <a:ext cx="13545808" cy="7738043"/>
          </a:xfrm>
          <a:custGeom>
            <a:avLst/>
            <a:gdLst/>
            <a:ahLst/>
            <a:cxnLst/>
            <a:rect r="r" b="b" t="t" l="l"/>
            <a:pathLst>
              <a:path h="7738043" w="13545808">
                <a:moveTo>
                  <a:pt x="0" y="0"/>
                </a:moveTo>
                <a:lnTo>
                  <a:pt x="13545808" y="0"/>
                </a:lnTo>
                <a:lnTo>
                  <a:pt x="13545808" y="7738043"/>
                </a:lnTo>
                <a:lnTo>
                  <a:pt x="0" y="7738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6608136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676400" y="3520440"/>
            <a:ext cx="0" cy="324612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332780" y="1873473"/>
            <a:ext cx="11300309" cy="6540054"/>
          </a:xfrm>
          <a:custGeom>
            <a:avLst/>
            <a:gdLst/>
            <a:ahLst/>
            <a:cxnLst/>
            <a:rect r="r" b="b" t="t" l="l"/>
            <a:pathLst>
              <a:path h="6540054" w="11300309">
                <a:moveTo>
                  <a:pt x="0" y="0"/>
                </a:moveTo>
                <a:lnTo>
                  <a:pt x="11300309" y="0"/>
                </a:lnTo>
                <a:lnTo>
                  <a:pt x="11300309" y="6540054"/>
                </a:lnTo>
                <a:lnTo>
                  <a:pt x="0" y="654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9315" y="-104424"/>
            <a:ext cx="2708934" cy="2708934"/>
          </a:xfrm>
          <a:custGeom>
            <a:avLst/>
            <a:gdLst/>
            <a:ahLst/>
            <a:cxnLst/>
            <a:rect r="r" b="b" t="t" l="l"/>
            <a:pathLst>
              <a:path h="2708934" w="2708934">
                <a:moveTo>
                  <a:pt x="0" y="0"/>
                </a:moveTo>
                <a:lnTo>
                  <a:pt x="2708934" y="0"/>
                </a:lnTo>
                <a:lnTo>
                  <a:pt x="2708934" y="2708934"/>
                </a:lnTo>
                <a:lnTo>
                  <a:pt x="0" y="27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86507">
            <a:off x="16318090" y="8261873"/>
            <a:ext cx="2229352" cy="2229352"/>
          </a:xfrm>
          <a:custGeom>
            <a:avLst/>
            <a:gdLst/>
            <a:ahLst/>
            <a:cxnLst/>
            <a:rect r="r" b="b" t="t" l="l"/>
            <a:pathLst>
              <a:path h="2229352" w="2229352">
                <a:moveTo>
                  <a:pt x="0" y="0"/>
                </a:moveTo>
                <a:lnTo>
                  <a:pt x="2229352" y="0"/>
                </a:lnTo>
                <a:lnTo>
                  <a:pt x="2229352" y="2229352"/>
                </a:lnTo>
                <a:lnTo>
                  <a:pt x="0" y="2229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43708" y="3742064"/>
            <a:ext cx="10234593" cy="251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4"/>
              </a:lnSpc>
              <a:spcBef>
                <a:spcPct val="0"/>
              </a:spcBef>
            </a:pPr>
            <a:r>
              <a:rPr lang="en-US" sz="14667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Design Idee</a:t>
            </a:r>
          </a:p>
        </p:txBody>
      </p:sp>
      <p:sp>
        <p:nvSpPr>
          <p:cNvPr name="AutoShape 6" id="6"/>
          <p:cNvSpPr/>
          <p:nvPr/>
        </p:nvSpPr>
        <p:spPr>
          <a:xfrm>
            <a:off x="7256995" y="7440286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272581" y="2842635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9315" y="-104424"/>
            <a:ext cx="2708934" cy="2708934"/>
          </a:xfrm>
          <a:custGeom>
            <a:avLst/>
            <a:gdLst/>
            <a:ahLst/>
            <a:cxnLst/>
            <a:rect r="r" b="b" t="t" l="l"/>
            <a:pathLst>
              <a:path h="2708934" w="2708934">
                <a:moveTo>
                  <a:pt x="0" y="0"/>
                </a:moveTo>
                <a:lnTo>
                  <a:pt x="2708934" y="0"/>
                </a:lnTo>
                <a:lnTo>
                  <a:pt x="2708934" y="2708934"/>
                </a:lnTo>
                <a:lnTo>
                  <a:pt x="0" y="27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86507">
            <a:off x="16318090" y="8261873"/>
            <a:ext cx="2229352" cy="2229352"/>
          </a:xfrm>
          <a:custGeom>
            <a:avLst/>
            <a:gdLst/>
            <a:ahLst/>
            <a:cxnLst/>
            <a:rect r="r" b="b" t="t" l="l"/>
            <a:pathLst>
              <a:path h="2229352" w="2229352">
                <a:moveTo>
                  <a:pt x="0" y="0"/>
                </a:moveTo>
                <a:lnTo>
                  <a:pt x="2229352" y="0"/>
                </a:lnTo>
                <a:lnTo>
                  <a:pt x="2229352" y="2229352"/>
                </a:lnTo>
                <a:lnTo>
                  <a:pt x="0" y="2229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60176" y="3742064"/>
            <a:ext cx="11601656" cy="251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4"/>
              </a:lnSpc>
              <a:spcBef>
                <a:spcPct val="0"/>
              </a:spcBef>
            </a:pPr>
            <a:r>
              <a:rPr lang="en-US" sz="14667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Code snipets</a:t>
            </a:r>
          </a:p>
        </p:txBody>
      </p:sp>
      <p:sp>
        <p:nvSpPr>
          <p:cNvPr name="AutoShape 6" id="6"/>
          <p:cNvSpPr/>
          <p:nvPr/>
        </p:nvSpPr>
        <p:spPr>
          <a:xfrm>
            <a:off x="7256995" y="7440286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272581" y="2842635"/>
            <a:ext cx="324612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10429" y="2343860"/>
            <a:ext cx="8267143" cy="5755144"/>
          </a:xfrm>
          <a:custGeom>
            <a:avLst/>
            <a:gdLst/>
            <a:ahLst/>
            <a:cxnLst/>
            <a:rect r="r" b="b" t="t" l="l"/>
            <a:pathLst>
              <a:path h="5755144" w="8267143">
                <a:moveTo>
                  <a:pt x="0" y="0"/>
                </a:moveTo>
                <a:lnTo>
                  <a:pt x="8267142" y="0"/>
                </a:lnTo>
                <a:lnTo>
                  <a:pt x="8267142" y="5755144"/>
                </a:lnTo>
                <a:lnTo>
                  <a:pt x="0" y="575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08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5885" y="2047798"/>
            <a:ext cx="6976231" cy="6191405"/>
          </a:xfrm>
          <a:custGeom>
            <a:avLst/>
            <a:gdLst/>
            <a:ahLst/>
            <a:cxnLst/>
            <a:rect r="r" b="b" t="t" l="l"/>
            <a:pathLst>
              <a:path h="6191405" w="6976231">
                <a:moveTo>
                  <a:pt x="0" y="0"/>
                </a:moveTo>
                <a:lnTo>
                  <a:pt x="6976230" y="0"/>
                </a:lnTo>
                <a:lnTo>
                  <a:pt x="6976230" y="6191404"/>
                </a:lnTo>
                <a:lnTo>
                  <a:pt x="0" y="6191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2960" y="1028700"/>
            <a:ext cx="8612085" cy="7966178"/>
          </a:xfrm>
          <a:custGeom>
            <a:avLst/>
            <a:gdLst/>
            <a:ahLst/>
            <a:cxnLst/>
            <a:rect r="r" b="b" t="t" l="l"/>
            <a:pathLst>
              <a:path h="7966178" w="8612085">
                <a:moveTo>
                  <a:pt x="0" y="0"/>
                </a:moveTo>
                <a:lnTo>
                  <a:pt x="8612084" y="0"/>
                </a:lnTo>
                <a:lnTo>
                  <a:pt x="8612084" y="7966178"/>
                </a:lnTo>
                <a:lnTo>
                  <a:pt x="0" y="7966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5159" y="2216366"/>
            <a:ext cx="8577682" cy="5854268"/>
          </a:xfrm>
          <a:custGeom>
            <a:avLst/>
            <a:gdLst/>
            <a:ahLst/>
            <a:cxnLst/>
            <a:rect r="r" b="b" t="t" l="l"/>
            <a:pathLst>
              <a:path h="5854268" w="8577682">
                <a:moveTo>
                  <a:pt x="0" y="0"/>
                </a:moveTo>
                <a:lnTo>
                  <a:pt x="8577682" y="0"/>
                </a:lnTo>
                <a:lnTo>
                  <a:pt x="8577682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95942" y="281109"/>
            <a:ext cx="10896115" cy="9724783"/>
          </a:xfrm>
          <a:custGeom>
            <a:avLst/>
            <a:gdLst/>
            <a:ahLst/>
            <a:cxnLst/>
            <a:rect r="r" b="b" t="t" l="l"/>
            <a:pathLst>
              <a:path h="9724783" w="10896115">
                <a:moveTo>
                  <a:pt x="0" y="0"/>
                </a:moveTo>
                <a:lnTo>
                  <a:pt x="10896116" y="0"/>
                </a:lnTo>
                <a:lnTo>
                  <a:pt x="10896116" y="9724782"/>
                </a:lnTo>
                <a:lnTo>
                  <a:pt x="0" y="9724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75667" y="867824"/>
            <a:ext cx="10655891" cy="8551353"/>
          </a:xfrm>
          <a:custGeom>
            <a:avLst/>
            <a:gdLst/>
            <a:ahLst/>
            <a:cxnLst/>
            <a:rect r="r" b="b" t="t" l="l"/>
            <a:pathLst>
              <a:path h="8551353" w="10655891">
                <a:moveTo>
                  <a:pt x="0" y="0"/>
                </a:moveTo>
                <a:lnTo>
                  <a:pt x="10655891" y="0"/>
                </a:lnTo>
                <a:lnTo>
                  <a:pt x="10655891" y="8551352"/>
                </a:lnTo>
                <a:lnTo>
                  <a:pt x="0" y="8551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28214" y="-344695"/>
            <a:ext cx="9014614" cy="10877362"/>
          </a:xfrm>
          <a:custGeom>
            <a:avLst/>
            <a:gdLst/>
            <a:ahLst/>
            <a:cxnLst/>
            <a:rect r="r" b="b" t="t" l="l"/>
            <a:pathLst>
              <a:path h="10877362" w="9014614">
                <a:moveTo>
                  <a:pt x="0" y="0"/>
                </a:moveTo>
                <a:lnTo>
                  <a:pt x="9014614" y="0"/>
                </a:lnTo>
                <a:lnTo>
                  <a:pt x="9014614" y="10877363"/>
                </a:lnTo>
                <a:lnTo>
                  <a:pt x="0" y="10877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0623" y="1231685"/>
            <a:ext cx="12986753" cy="8246588"/>
          </a:xfrm>
          <a:custGeom>
            <a:avLst/>
            <a:gdLst/>
            <a:ahLst/>
            <a:cxnLst/>
            <a:rect r="r" b="b" t="t" l="l"/>
            <a:pathLst>
              <a:path h="8246588" w="12986753">
                <a:moveTo>
                  <a:pt x="0" y="0"/>
                </a:moveTo>
                <a:lnTo>
                  <a:pt x="12986754" y="0"/>
                </a:lnTo>
                <a:lnTo>
                  <a:pt x="12986754" y="8246589"/>
                </a:lnTo>
                <a:lnTo>
                  <a:pt x="0" y="8246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41782" y="-521823"/>
            <a:ext cx="9404436" cy="11330646"/>
          </a:xfrm>
          <a:custGeom>
            <a:avLst/>
            <a:gdLst/>
            <a:ahLst/>
            <a:cxnLst/>
            <a:rect r="r" b="b" t="t" l="l"/>
            <a:pathLst>
              <a:path h="11330646" w="9404436">
                <a:moveTo>
                  <a:pt x="0" y="0"/>
                </a:moveTo>
                <a:lnTo>
                  <a:pt x="9404436" y="0"/>
                </a:lnTo>
                <a:lnTo>
                  <a:pt x="9404436" y="11330646"/>
                </a:lnTo>
                <a:lnTo>
                  <a:pt x="0" y="11330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07492" y="2433390"/>
            <a:ext cx="14273016" cy="5798413"/>
          </a:xfrm>
          <a:custGeom>
            <a:avLst/>
            <a:gdLst/>
            <a:ahLst/>
            <a:cxnLst/>
            <a:rect r="r" b="b" t="t" l="l"/>
            <a:pathLst>
              <a:path h="5798413" w="14273016">
                <a:moveTo>
                  <a:pt x="0" y="0"/>
                </a:moveTo>
                <a:lnTo>
                  <a:pt x="14273016" y="0"/>
                </a:lnTo>
                <a:lnTo>
                  <a:pt x="14273016" y="5798413"/>
                </a:lnTo>
                <a:lnTo>
                  <a:pt x="0" y="5798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7084" y="3742064"/>
            <a:ext cx="8933833" cy="251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4"/>
              </a:lnSpc>
              <a:spcBef>
                <a:spcPct val="0"/>
              </a:spcBef>
            </a:pPr>
            <a:r>
              <a:rPr lang="en-US" sz="14667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Live Demo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421832"/>
            <a:ext cx="18288000" cy="77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4"/>
              </a:lnSpc>
              <a:spcBef>
                <a:spcPct val="0"/>
              </a:spcBef>
            </a:pPr>
            <a:r>
              <a:rPr lang="en-US" sz="14667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Vielen Dank für eure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DAHLBuDPwL0</dc:identifier>
  <dcterms:modified xsi:type="dcterms:W3CDTF">2011-08-01T06:04:30Z</dcterms:modified>
  <cp:revision>1</cp:revision>
  <dc:title>Welcome To FactForge</dc:title>
</cp:coreProperties>
</file>